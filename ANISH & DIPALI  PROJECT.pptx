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9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6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425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13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4514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893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484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459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004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824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102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246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906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8184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556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5704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1436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7564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549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006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🧠 Full Stack RBAC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202" y="2410015"/>
            <a:ext cx="3681414" cy="3990784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Role-Based Access Control Web Application using MERN Stack</a:t>
            </a:r>
          </a:p>
          <a:p>
            <a:pPr lvl="1"/>
            <a:r>
              <a:rPr dirty="0"/>
              <a:t>MongoDB, Express, React, Node.js</a:t>
            </a:r>
          </a:p>
          <a:p>
            <a:pPr lvl="1"/>
            <a:r>
              <a:rPr dirty="0"/>
              <a:t>JWT Authentication, Authorization, CRUD, Audit Logging</a:t>
            </a:r>
          </a:p>
          <a:p>
            <a:pPr lvl="1"/>
            <a:r>
              <a:rPr dirty="0"/>
              <a:t>Responsive UI with </a:t>
            </a:r>
            <a:r>
              <a:rPr dirty="0" err="1"/>
              <a:t>TailwindCSS</a:t>
            </a:r>
            <a:endParaRPr dirty="0"/>
          </a:p>
          <a:p>
            <a:pPr lvl="1"/>
            <a:r>
              <a:rPr dirty="0"/>
              <a:t>Secure, modern user management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EE1F0F-30F7-4B22-6652-44B63B8B8E32}"/>
              </a:ext>
            </a:extLst>
          </p:cNvPr>
          <p:cNvSpPr txBox="1"/>
          <p:nvPr/>
        </p:nvSpPr>
        <p:spPr>
          <a:xfrm>
            <a:off x="6291323" y="5548140"/>
            <a:ext cx="2308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/>
              <a:t>23BIS70134-DIPALI RAWAT</a:t>
            </a:r>
            <a:br>
              <a:rPr lang="en-IN" sz="1400"/>
            </a:br>
            <a:r>
              <a:rPr lang="en-IN" sz="1400"/>
              <a:t>23BIS70123-ANISH KUMAR</a:t>
            </a:r>
            <a:endParaRPr lang="en-IN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55AFDA-3676-F085-79A0-423FDBC79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386" y="3113829"/>
            <a:ext cx="3681413" cy="18437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Implement secure Role-Based Access Control (RBAC)</a:t>
            </a:r>
          </a:p>
          <a:p>
            <a:r>
              <a:rPr dirty="0"/>
              <a:t>Enable authentication and role-based privileges</a:t>
            </a:r>
          </a:p>
          <a:p>
            <a:r>
              <a:rPr dirty="0"/>
              <a:t>Maintain audit logs for critical user actions</a:t>
            </a:r>
          </a:p>
          <a:p>
            <a:r>
              <a:rPr dirty="0"/>
              <a:t>Demonstrate modular MERN architecture</a:t>
            </a:r>
          </a:p>
          <a:p>
            <a:r>
              <a:rPr dirty="0"/>
              <a:t>Deliver intuitive, responsive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❗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Many apps lack fine-grained permission control</a:t>
            </a:r>
          </a:p>
          <a:p>
            <a:r>
              <a:rPr dirty="0"/>
              <a:t>Unauthorized access and security risks</a:t>
            </a:r>
          </a:p>
          <a:p>
            <a:r>
              <a:rPr lang="en-IN" dirty="0"/>
              <a:t>No</a:t>
            </a:r>
            <a:r>
              <a:rPr dirty="0"/>
              <a:t> audit trail for user activities</a:t>
            </a:r>
          </a:p>
          <a:p>
            <a:r>
              <a:rPr dirty="0"/>
              <a:t>Complex user privilege management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Solution: RBAC system with Admin, Editor, and Viewer roles ensuring safe, structured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8653" y="2490135"/>
            <a:ext cx="4622051" cy="37486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🔐 JWT Authentication &amp; Refresh Tokens</a:t>
            </a:r>
          </a:p>
          <a:p>
            <a:pPr marL="0" indent="0">
              <a:buNone/>
            </a:pPr>
            <a:r>
              <a:rPr dirty="0"/>
              <a:t>👥 Role Management and Authorization</a:t>
            </a:r>
          </a:p>
          <a:p>
            <a:pPr marL="0" indent="0">
              <a:buNone/>
            </a:pPr>
            <a:r>
              <a:rPr dirty="0"/>
              <a:t>📝 CRUD Operations on Posts</a:t>
            </a:r>
          </a:p>
          <a:p>
            <a:pPr marL="0" indent="0">
              <a:buNone/>
            </a:pPr>
            <a:r>
              <a:rPr dirty="0"/>
              <a:t>📜 Audit Logging for transparency</a:t>
            </a:r>
          </a:p>
          <a:p>
            <a:pPr marL="0" indent="0">
              <a:buNone/>
            </a:pPr>
            <a:r>
              <a:rPr dirty="0"/>
              <a:t>⚙️ Rate Limiting &amp; Validation</a:t>
            </a:r>
          </a:p>
          <a:p>
            <a:pPr marL="0" indent="0">
              <a:buNone/>
            </a:pPr>
            <a:r>
              <a:rPr dirty="0"/>
              <a:t>🎨 Responsive </a:t>
            </a:r>
            <a:r>
              <a:rPr dirty="0" err="1"/>
              <a:t>TailwindCSS</a:t>
            </a:r>
            <a:r>
              <a:rPr dirty="0"/>
              <a:t> UI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A3270D-0076-825C-EBF4-CD30BC945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146" y="2476717"/>
            <a:ext cx="2546431" cy="37754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👥 User Roles &amp; 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4" y="2490135"/>
            <a:ext cx="7269905" cy="1898985"/>
          </a:xfrm>
        </p:spPr>
        <p:txBody>
          <a:bodyPr>
            <a:normAutofit fontScale="92500"/>
          </a:bodyPr>
          <a:lstStyle/>
          <a:p>
            <a:r>
              <a:rPr dirty="0"/>
              <a:t>Admin → Manage all users, posts, and logs</a:t>
            </a:r>
          </a:p>
          <a:p>
            <a:r>
              <a:rPr dirty="0"/>
              <a:t>Editor → Create, update, delete own posts</a:t>
            </a:r>
          </a:p>
          <a:p>
            <a:r>
              <a:rPr dirty="0"/>
              <a:t>Viewer → Read-only access</a:t>
            </a:r>
          </a:p>
          <a:p>
            <a:r>
              <a:rPr dirty="0"/>
              <a:t>Middleware checks role permissions before API execution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F6B507-F6C2-517D-7402-7D6C0AC76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25" y="4389120"/>
            <a:ext cx="4250055" cy="18684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Frontend: React + Axios</a:t>
            </a:r>
          </a:p>
          <a:p>
            <a:r>
              <a:rPr dirty="0"/>
              <a:t>Backend: Node.js + Express</a:t>
            </a:r>
          </a:p>
          <a:p>
            <a:r>
              <a:rPr dirty="0"/>
              <a:t>Database: MongoDB (Mongoose)</a:t>
            </a:r>
          </a:p>
          <a:p>
            <a:r>
              <a:rPr dirty="0"/>
              <a:t>Authentication: JWT</a:t>
            </a:r>
          </a:p>
          <a:p>
            <a:r>
              <a:rPr dirty="0"/>
              <a:t>Deployment: </a:t>
            </a:r>
            <a:r>
              <a:rPr dirty="0" err="1"/>
              <a:t>Vercel</a:t>
            </a:r>
            <a:r>
              <a:rPr dirty="0"/>
              <a:t> (Frontend), Render (Backend), Mongo Atlas</a:t>
            </a:r>
          </a:p>
          <a:p>
            <a:r>
              <a:rPr dirty="0"/>
              <a:t>Flow: React → Express API → MongoDB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🔒 Authentication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0136"/>
            <a:ext cx="3509435" cy="360205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1. User logs in → credentials verified with </a:t>
            </a:r>
            <a:r>
              <a:rPr dirty="0" err="1"/>
              <a:t>bcrypt</a:t>
            </a:r>
            <a:endParaRPr dirty="0"/>
          </a:p>
          <a:p>
            <a:pPr marL="0" indent="0">
              <a:buNone/>
            </a:pPr>
            <a:r>
              <a:rPr dirty="0"/>
              <a:t>2. Access + Refresh tokens issued</a:t>
            </a:r>
          </a:p>
          <a:p>
            <a:pPr marL="0" indent="0">
              <a:buNone/>
            </a:pPr>
            <a:r>
              <a:rPr dirty="0"/>
              <a:t>3. Middleware validates access on each route</a:t>
            </a:r>
          </a:p>
          <a:p>
            <a:pPr marL="0" indent="0">
              <a:buNone/>
            </a:pPr>
            <a:r>
              <a:rPr dirty="0"/>
              <a:t>4. Axios auto-refreshes tokens when expired</a:t>
            </a:r>
          </a:p>
          <a:p>
            <a:pPr marL="0" indent="0">
              <a:buNone/>
            </a:pPr>
            <a:r>
              <a:rPr dirty="0"/>
              <a:t>5. Unauthorized users redirected safely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44FC0A-9C3A-E3B8-BF78-CCCCD9F1B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1" y="2490136"/>
            <a:ext cx="3188969" cy="3309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🧩 API &amp; Backend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2" y="2015733"/>
            <a:ext cx="6282770" cy="2988513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Modules:</a:t>
            </a:r>
          </a:p>
          <a:p>
            <a:pPr marL="457200" lvl="1" indent="0">
              <a:buNone/>
            </a:pPr>
            <a:r>
              <a:rPr dirty="0"/>
              <a:t>- /auth → register, login, refresh, logout</a:t>
            </a:r>
          </a:p>
          <a:p>
            <a:pPr marL="457200" lvl="1" indent="0">
              <a:buNone/>
            </a:pPr>
            <a:r>
              <a:rPr dirty="0"/>
              <a:t>- /content → CRUD posts</a:t>
            </a:r>
          </a:p>
          <a:p>
            <a:pPr marL="457200" lvl="1" indent="0">
              <a:buNone/>
            </a:pPr>
            <a:r>
              <a:rPr dirty="0"/>
              <a:t>- /users → Manage roles</a:t>
            </a:r>
          </a:p>
          <a:p>
            <a:pPr marL="457200" lvl="1" indent="0">
              <a:buNone/>
            </a:pPr>
            <a:r>
              <a:rPr dirty="0"/>
              <a:t>- /audit-logs → Track actions</a:t>
            </a:r>
          </a:p>
          <a:p>
            <a:endParaRPr dirty="0"/>
          </a:p>
          <a:p>
            <a:r>
              <a:rPr dirty="0"/>
              <a:t>Includes Morgan logging &amp; express-validator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🌱 Database Design &amp; Seeding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Collections:</a:t>
            </a:r>
          </a:p>
          <a:p>
            <a:pPr marL="457200" lvl="1" indent="0">
              <a:buNone/>
            </a:pPr>
            <a:r>
              <a:rPr lang="en-IN" dirty="0"/>
              <a:t> </a:t>
            </a:r>
            <a:r>
              <a:rPr dirty="0"/>
              <a:t>-</a:t>
            </a:r>
            <a:r>
              <a:rPr lang="en-IN" dirty="0"/>
              <a:t> </a:t>
            </a:r>
            <a:r>
              <a:rPr dirty="0"/>
              <a:t>User: username, password, role</a:t>
            </a:r>
          </a:p>
          <a:p>
            <a:pPr marL="457200" lvl="1" indent="0">
              <a:buNone/>
            </a:pPr>
            <a:r>
              <a:rPr lang="en-IN" dirty="0"/>
              <a:t> </a:t>
            </a:r>
            <a:r>
              <a:rPr dirty="0"/>
              <a:t>- Content: title, body, </a:t>
            </a:r>
            <a:r>
              <a:rPr dirty="0" err="1"/>
              <a:t>createdBy</a:t>
            </a:r>
            <a:endParaRPr dirty="0"/>
          </a:p>
          <a:p>
            <a:pPr marL="457200" lvl="1" indent="0">
              <a:buNone/>
            </a:pPr>
            <a:r>
              <a:rPr lang="en-IN" dirty="0"/>
              <a:t> </a:t>
            </a:r>
            <a:r>
              <a:rPr dirty="0"/>
              <a:t>- </a:t>
            </a:r>
            <a:r>
              <a:rPr dirty="0" err="1"/>
              <a:t>AuditLog</a:t>
            </a:r>
            <a:r>
              <a:rPr dirty="0"/>
              <a:t>: user, action, timestamp</a:t>
            </a:r>
          </a:p>
          <a:p>
            <a:endParaRPr dirty="0"/>
          </a:p>
          <a:p>
            <a:r>
              <a:rPr dirty="0"/>
              <a:t>Seed Users:</a:t>
            </a:r>
          </a:p>
          <a:p>
            <a:pPr marL="457200" lvl="1" indent="0">
              <a:buNone/>
            </a:pPr>
            <a:r>
              <a:rPr lang="en-IN" dirty="0"/>
              <a:t> </a:t>
            </a:r>
            <a:r>
              <a:rPr dirty="0"/>
              <a:t>- admin (Admin)</a:t>
            </a:r>
          </a:p>
          <a:p>
            <a:pPr marL="457200" lvl="1" indent="0">
              <a:buNone/>
            </a:pPr>
            <a:r>
              <a:rPr lang="en-IN" dirty="0"/>
              <a:t> </a:t>
            </a:r>
            <a:r>
              <a:rPr dirty="0"/>
              <a:t>- editor (Editor)</a:t>
            </a:r>
          </a:p>
          <a:p>
            <a:pPr marL="457200" lvl="1" indent="0">
              <a:buNone/>
            </a:pPr>
            <a:r>
              <a:rPr lang="en-IN" dirty="0"/>
              <a:t> </a:t>
            </a:r>
            <a:r>
              <a:rPr dirty="0"/>
              <a:t>- viewer (Viewer)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🎨 Frontend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665" y="2490135"/>
            <a:ext cx="4206665" cy="3727785"/>
          </a:xfrm>
        </p:spPr>
        <p:txBody>
          <a:bodyPr>
            <a:normAutofit fontScale="92500"/>
          </a:bodyPr>
          <a:lstStyle/>
          <a:p>
            <a:r>
              <a:rPr dirty="0"/>
              <a:t>Built with React + </a:t>
            </a:r>
            <a:r>
              <a:rPr dirty="0" err="1"/>
              <a:t>TailwindCSS</a:t>
            </a:r>
            <a:endParaRPr dirty="0"/>
          </a:p>
          <a:p>
            <a:r>
              <a:rPr dirty="0"/>
              <a:t> React Router v6 for navigation</a:t>
            </a:r>
          </a:p>
          <a:p>
            <a:r>
              <a:rPr dirty="0"/>
              <a:t>Protected routes per role</a:t>
            </a:r>
          </a:p>
          <a:p>
            <a:r>
              <a:rPr dirty="0"/>
              <a:t>Axios hooks for API calls</a:t>
            </a:r>
          </a:p>
          <a:p>
            <a:r>
              <a:rPr dirty="0"/>
              <a:t>Components: Navbar, Dashboard, </a:t>
            </a:r>
            <a:r>
              <a:rPr dirty="0" err="1"/>
              <a:t>RoleManager</a:t>
            </a:r>
            <a:endParaRPr dirty="0"/>
          </a:p>
          <a:p>
            <a:r>
              <a:rPr dirty="0"/>
              <a:t>M</a:t>
            </a:r>
            <a:r>
              <a:rPr lang="en-IN" dirty="0"/>
              <a:t>o</a:t>
            </a:r>
            <a:r>
              <a:rPr dirty="0"/>
              <a:t>dern dark theme with </a:t>
            </a:r>
            <a:r>
              <a:rPr dirty="0" err="1"/>
              <a:t>glassmorphism</a:t>
            </a:r>
            <a:r>
              <a:rPr dirty="0"/>
              <a:t>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D93A43-E054-A526-8DC9-2C99EF40F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769" y="2960511"/>
            <a:ext cx="3323517" cy="27870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🧰 Security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bcrypt</a:t>
            </a:r>
            <a:r>
              <a:rPr dirty="0"/>
              <a:t> password hashing</a:t>
            </a:r>
          </a:p>
          <a:p>
            <a:r>
              <a:rPr dirty="0"/>
              <a:t>express-rate-limit for login protection</a:t>
            </a:r>
          </a:p>
          <a:p>
            <a:r>
              <a:rPr dirty="0" err="1"/>
              <a:t>HttpOnly</a:t>
            </a:r>
            <a:r>
              <a:rPr dirty="0"/>
              <a:t> secure cookies</a:t>
            </a:r>
          </a:p>
          <a:p>
            <a:r>
              <a:rPr dirty="0"/>
              <a:t>express-validator for form data</a:t>
            </a:r>
          </a:p>
          <a:p>
            <a:r>
              <a:rPr dirty="0"/>
              <a:t>Audit logs track actions</a:t>
            </a:r>
          </a:p>
          <a:p>
            <a:r>
              <a:rPr dirty="0"/>
              <a:t>Deployed via </a:t>
            </a:r>
            <a:r>
              <a:rPr dirty="0" err="1"/>
              <a:t>Vercel</a:t>
            </a:r>
            <a:r>
              <a:rPr dirty="0"/>
              <a:t> (Frontend), Render (Backend)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🧾 Results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Achievements:</a:t>
            </a:r>
          </a:p>
          <a:p>
            <a:pPr marL="457200" lvl="1" indent="0">
              <a:buNone/>
            </a:pPr>
            <a:r>
              <a:rPr dirty="0"/>
              <a:t>- Secure, role-based web app using MERN</a:t>
            </a:r>
          </a:p>
          <a:p>
            <a:pPr marL="457200" lvl="1" indent="0">
              <a:buNone/>
            </a:pPr>
            <a:r>
              <a:rPr dirty="0"/>
              <a:t>- Modular backend &amp; responsive frontend</a:t>
            </a:r>
          </a:p>
          <a:p>
            <a:pPr marL="457200" lvl="1" indent="0">
              <a:buNone/>
            </a:pPr>
            <a:r>
              <a:rPr dirty="0"/>
              <a:t>- Live audit tracking</a:t>
            </a:r>
          </a:p>
          <a:p>
            <a:endParaRPr dirty="0"/>
          </a:p>
          <a:p>
            <a:r>
              <a:rPr dirty="0"/>
              <a:t>Future Enhancements:</a:t>
            </a:r>
          </a:p>
          <a:p>
            <a:pPr marL="457200" lvl="1" indent="0">
              <a:buNone/>
            </a:pPr>
            <a:r>
              <a:rPr dirty="0"/>
              <a:t>- Email verification &amp; analytics</a:t>
            </a:r>
          </a:p>
          <a:p>
            <a:pPr marL="457200" lvl="1" indent="0">
              <a:buNone/>
            </a:pPr>
            <a:r>
              <a:rPr dirty="0"/>
              <a:t>- Cloud integration &amp; Docker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2BA0C-82D1-0E04-C41B-2C0780FA4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</a:t>
            </a:r>
            <a:r>
              <a:rPr lang="en-IN" sz="5400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17997773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43</TotalTime>
  <Words>479</Words>
  <Application>Microsoft Office PowerPoint</Application>
  <PresentationFormat>On-screen Show (4:3)</PresentationFormat>
  <Paragraphs>87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Garamond</vt:lpstr>
      <vt:lpstr>Organic</vt:lpstr>
      <vt:lpstr>🧠 Full Stack RBAC Platform</vt:lpstr>
      <vt:lpstr>🎯 Project Objective</vt:lpstr>
      <vt:lpstr>❗ Problem Statement</vt:lpstr>
      <vt:lpstr>🚀 Key Features</vt:lpstr>
      <vt:lpstr>👥 User Roles &amp; Permissions</vt:lpstr>
      <vt:lpstr>🧠 System Architecture</vt:lpstr>
      <vt:lpstr>🔒 Authentication Flow</vt:lpstr>
      <vt:lpstr>🧩 API &amp; Backend Modules</vt:lpstr>
      <vt:lpstr>🌱 Database Design &amp; Seeding</vt:lpstr>
      <vt:lpstr>🎨 Frontend Interface</vt:lpstr>
      <vt:lpstr>🧰 Security &amp; Deployment</vt:lpstr>
      <vt:lpstr>🧾 Results &amp; Future Scope</vt:lpstr>
      <vt:lpstr>       Thankyou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Akanksha Saini</dc:creator>
  <cp:keywords/>
  <dc:description>generated using python-pptx</dc:description>
  <cp:lastModifiedBy>DIPALI RAWAT</cp:lastModifiedBy>
  <cp:revision>5</cp:revision>
  <dcterms:created xsi:type="dcterms:W3CDTF">2013-01-27T09:14:16Z</dcterms:created>
  <dcterms:modified xsi:type="dcterms:W3CDTF">2025-11-12T07:35:10Z</dcterms:modified>
  <cp:category/>
</cp:coreProperties>
</file>